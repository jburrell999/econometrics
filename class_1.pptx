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34ED16-43A3-5595-7CCA-0D162DBF0697}" v="2" dt="2023-08-18T18:30:29.137"/>
    <p1510:client id="{2313F516-4302-4214-A235-DDE108B899B8}" v="948" dt="2023-08-18T17:53:07.6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99"/>
  </p:normalViewPr>
  <p:slideViewPr>
    <p:cSldViewPr snapToGrid="0">
      <p:cViewPr varScale="1">
        <p:scale>
          <a:sx n="103" d="100"/>
          <a:sy n="103" d="100"/>
        </p:scale>
        <p:origin x="8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6FB4B-2AE8-B50D-7CD1-1F3B69520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1D20FD-500B-C6AA-3702-0077DF85E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D7D8A-A264-E560-E58D-1ADF08945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D37A-5163-4CAA-B765-9562DDC3F348}" type="datetimeFigureOut">
              <a:rPr lang="en-US" smtClean="0"/>
              <a:t>8/23/23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71A8F-8D8C-9273-77DD-417253E56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3F3C6-8BCA-B40C-A3E1-F36778B8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FD443-5167-45AA-95A1-D3228BE6B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42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66020-7F89-7DFA-0D79-344E5B9E1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4754F-5228-0187-0EFE-CB39C9E41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55D89-6726-04D8-D8D5-4F7036FCE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D37A-5163-4CAA-B765-9562DDC3F348}" type="datetimeFigureOut">
              <a:rPr lang="en-US" smtClean="0"/>
              <a:t>8/23/23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A09C-8667-EFE0-1BB3-6EAD04A27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E2797-ABE3-0A29-9A92-A8D0F9A0C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FD443-5167-45AA-95A1-D3228BE6B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17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832AB-7545-D7B9-25AB-D9BBE517A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1BD4C-E3C7-3C90-D63F-8BA018E03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D83F4-999E-AF02-E9A1-E8F081499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D37A-5163-4CAA-B765-9562DDC3F348}" type="datetimeFigureOut">
              <a:rPr lang="en-US" smtClean="0"/>
              <a:t>8/23/23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70BA4-925D-EB5F-DB66-AEF8E8261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CBA33-ED8E-A0CE-4D05-7A9FA376B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FD443-5167-45AA-95A1-D3228BE6B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1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40F98-0808-7F9E-FF3E-BFAC97921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116B6-78DA-CC98-9712-400B2C3A95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75019-1E41-9559-123F-A4619F68F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916FE-E878-79BF-1B99-11FA1920A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D37A-5163-4CAA-B765-9562DDC3F348}" type="datetimeFigureOut">
              <a:rPr lang="en-US" smtClean="0"/>
              <a:t>8/23/23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C900C-F746-825D-C299-1C70F2071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402BB-5A82-17AF-3860-06ABB6607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FD443-5167-45AA-95A1-D3228BE6B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17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F6675-D90D-EB28-4FE8-3ADB38C90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8C351-29DA-087E-2890-DB5CBDA3A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B03DD1-8B8A-8410-6C5F-611672A76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DF88C5-ADF5-DE60-DF25-E38A2E2C71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673FBD-4BE6-0C0D-FB50-9814175486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AEAFE1-7804-3DFC-379F-2B7B4002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D37A-5163-4CAA-B765-9562DDC3F348}" type="datetimeFigureOut">
              <a:rPr lang="en-US" smtClean="0"/>
              <a:t>8/23/23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9F29EF-AC9C-44D7-E3AE-8376A284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2AFC56-1A5C-4D27-E375-CA6AC7B19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FD443-5167-45AA-95A1-D3228BE6B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108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B4D57-D46A-8D11-C8D7-3B1119DB2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901DF1-F3B4-45AF-F8EC-2AC395059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D37A-5163-4CAA-B765-9562DDC3F348}" type="datetimeFigureOut">
              <a:rPr lang="en-US" smtClean="0"/>
              <a:t>8/23/23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BFF32B-0BB9-5773-AB9D-FE769902E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4FB12B-CA42-285B-45C3-6C0FAEC1A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FD443-5167-45AA-95A1-D3228BE6B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41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7955DE-01CB-0EBF-5AAD-D07D702B6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D37A-5163-4CAA-B765-9562DDC3F348}" type="datetimeFigureOut">
              <a:rPr lang="en-US" smtClean="0"/>
              <a:t>8/23/23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BEF3A7-3354-C7F5-83E2-C7BCBF9FE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65CEC-80F0-6A9C-E7F8-75D65E76E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FD443-5167-45AA-95A1-D3228BE6B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15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72DD-1569-9F6B-8BB0-F36811129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23360-C8CA-4563-AD7E-5D62FD8BA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979CF3-91AE-3A8A-5B3C-273791F96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98A6AA-DA9A-768C-A303-115173CAF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D37A-5163-4CAA-B765-9562DDC3F348}" type="datetimeFigureOut">
              <a:rPr lang="en-US" smtClean="0"/>
              <a:t>8/23/23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DB2F6-B315-DF28-5561-C7FD897DE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ABFD6C-FF3E-4062-F6C3-F5B66436A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FD443-5167-45AA-95A1-D3228BE6B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869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53252-08FB-A67D-323A-535E27BC5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269B20-BF0F-76B0-554C-E5DB201CAB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93B49-F0EA-4867-D0AF-DA8CD95CB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EA926-E7F6-1A27-7183-FF284E48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D37A-5163-4CAA-B765-9562DDC3F348}" type="datetimeFigureOut">
              <a:rPr lang="en-US" smtClean="0"/>
              <a:t>8/23/23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06BCC-71E8-F1F7-FF20-85B4EC02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7BD86-9047-B15D-0280-8DE4ABE52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FD443-5167-45AA-95A1-D3228BE6B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66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550FA-9C65-EF61-F229-B2BC5E37F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984ED7-0C2A-298F-0314-FE2A64E73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F6876-A431-380F-6749-0B9BABD71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D37A-5163-4CAA-B765-9562DDC3F348}" type="datetimeFigureOut">
              <a:rPr lang="en-US" smtClean="0"/>
              <a:t>8/23/23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C8311-0166-65B8-31F2-63625D48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44A4B-D55E-249F-41AD-282CF2E03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FD443-5167-45AA-95A1-D3228BE6B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746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148520-1186-0A11-10C6-D9581A425C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B70AA0-7F0D-B464-744C-84AEAEC81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5B60E-6CD7-3ADA-FC5E-067372BDF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D37A-5163-4CAA-B765-9562DDC3F348}" type="datetimeFigureOut">
              <a:rPr lang="en-US" smtClean="0"/>
              <a:t>8/23/23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203C2-9E6C-B652-6777-601472ED0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101CD-F743-3CBF-32DC-A5D1DE4B1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FD443-5167-45AA-95A1-D3228BE6B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577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312460-57F6-162E-A11B-F4B598510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C04CC-5C1B-4074-4320-55715CB96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51ACA-B24A-041A-6D76-E55E207772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3D37A-5163-4CAA-B765-9562DDC3F348}" type="datetimeFigureOut">
              <a:rPr lang="en-US" smtClean="0"/>
              <a:t>8/23/23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6E6F3-D28E-075F-4875-C000FBE844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4B20C-D285-52BC-E76B-024CF2CA56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FD443-5167-45AA-95A1-D3228BE6B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52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FDB2D-AB42-B73E-8A5B-8540586F7A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Computational Economics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2F5486-C4C3-897B-6A26-18AD44EC4B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cs typeface="Calibri"/>
              </a:rPr>
              <a:t>Robizon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Khubulashvili</a:t>
            </a:r>
          </a:p>
        </p:txBody>
      </p:sp>
    </p:spTree>
    <p:extLst>
      <p:ext uri="{BB962C8B-B14F-4D97-AF65-F5344CB8AC3E}">
        <p14:creationId xmlns:p14="http://schemas.microsoft.com/office/powerpoint/2010/main" val="2056811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E07C-AA2D-9200-DD4F-FA02E4784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Computational Economics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2865C-40E6-D677-F102-7F923B98F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What is it?</a:t>
            </a:r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An interdisciplinary research discipline that involves computer science, economics, and management science.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How do we use it? </a:t>
            </a:r>
          </a:p>
          <a:p>
            <a:r>
              <a:rPr lang="en-US" dirty="0">
                <a:ea typeface="+mn-lt"/>
                <a:cs typeface="+mn-lt"/>
              </a:rPr>
              <a:t>Modeling economic systems computationally.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Why do we need it?</a:t>
            </a:r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Many economic models cannot be solved analytically.</a:t>
            </a:r>
          </a:p>
          <a:p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87031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A658-3C33-4751-5D35-728EFBB27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Computation is not the same as Computer!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0FE6E-A566-8748-3D6F-25560A8AA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Nowadays we use electronic computers for computations.</a:t>
            </a:r>
          </a:p>
          <a:p>
            <a:r>
              <a:rPr lang="en-US" dirty="0">
                <a:cs typeface="Calibri"/>
              </a:rPr>
              <a:t>This is because computers are "smarter" than us!</a:t>
            </a:r>
          </a:p>
          <a:p>
            <a:r>
              <a:rPr lang="en-US" dirty="0">
                <a:cs typeface="Calibri"/>
              </a:rPr>
              <a:t>NOT because it is the only way to compute.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And what is programing language?</a:t>
            </a:r>
          </a:p>
          <a:p>
            <a:r>
              <a:rPr lang="en-US" dirty="0">
                <a:cs typeface="Calibri"/>
              </a:rPr>
              <a:t>Just a way we "talk" to the computers</a:t>
            </a:r>
          </a:p>
        </p:txBody>
      </p:sp>
    </p:spTree>
    <p:extLst>
      <p:ext uri="{BB962C8B-B14F-4D97-AF65-F5344CB8AC3E}">
        <p14:creationId xmlns:p14="http://schemas.microsoft.com/office/powerpoint/2010/main" val="1500124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79CD5-2527-1381-7BB5-C85A2442E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ECON 611, what is it about?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26C17-05D4-06D9-E265-6B0E500B8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cs typeface="Calibri"/>
              </a:rPr>
              <a:t>We will create a foundation for the courses you will take later in the program:</a:t>
            </a:r>
          </a:p>
          <a:p>
            <a:pPr lvl="1"/>
            <a:r>
              <a:rPr lang="en-US" dirty="0">
                <a:cs typeface="Calibri"/>
              </a:rPr>
              <a:t>Programming language: Python</a:t>
            </a:r>
          </a:p>
          <a:p>
            <a:pPr lvl="1"/>
            <a:r>
              <a:rPr lang="en-US" dirty="0">
                <a:cs typeface="Calibri"/>
              </a:rPr>
              <a:t>Numerical methods for optimization </a:t>
            </a:r>
          </a:p>
          <a:p>
            <a:pPr lvl="1"/>
            <a:r>
              <a:rPr lang="en-US" dirty="0">
                <a:cs typeface="Calibri"/>
              </a:rPr>
              <a:t>Simple economic models</a:t>
            </a:r>
          </a:p>
          <a:p>
            <a:pPr lvl="1"/>
            <a:r>
              <a:rPr lang="en-US" dirty="0">
                <a:cs typeface="Calibri"/>
              </a:rPr>
              <a:t>Linear models</a:t>
            </a:r>
          </a:p>
          <a:p>
            <a:pPr lvl="1"/>
            <a:r>
              <a:rPr lang="en-US" dirty="0">
                <a:cs typeface="Calibri"/>
              </a:rPr>
              <a:t>Little bit of agent-based modeling for discrete choice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The main goal of the course is to:</a:t>
            </a:r>
          </a:p>
          <a:p>
            <a:pPr lvl="1"/>
            <a:r>
              <a:rPr lang="en-US" dirty="0">
                <a:cs typeface="Calibri"/>
              </a:rPr>
              <a:t>Get started with coding</a:t>
            </a:r>
          </a:p>
          <a:p>
            <a:pPr lvl="1"/>
            <a:r>
              <a:rPr lang="en-US" dirty="0">
                <a:cs typeface="Calibri"/>
              </a:rPr>
              <a:t>Understand what model fitting means</a:t>
            </a:r>
          </a:p>
          <a:p>
            <a:pPr lvl="1"/>
            <a:r>
              <a:rPr lang="en-US" dirty="0">
                <a:cs typeface="Calibri"/>
              </a:rPr>
              <a:t>How economics models could be translated and solved using computers. </a:t>
            </a:r>
          </a:p>
          <a:p>
            <a:pPr lvl="1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6381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C694-B8DF-05F0-AA42-F79FF9EDE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How to use Python?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CDAE5-AC8B-7CB7-D080-CF160D158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Calibri" panose="020F0502020204030204"/>
              </a:rPr>
              <a:t>I will use </a:t>
            </a:r>
            <a:r>
              <a:rPr lang="en-US" dirty="0" err="1">
                <a:cs typeface="Calibri" panose="020F0502020204030204"/>
              </a:rPr>
              <a:t>Jupyter</a:t>
            </a:r>
            <a:r>
              <a:rPr lang="en-US" dirty="0">
                <a:cs typeface="Calibri" panose="020F0502020204030204"/>
              </a:rPr>
              <a:t> notebooks, but you have two options</a:t>
            </a: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514350" indent="-514350">
              <a:buAutoNum type="arabicPeriod"/>
            </a:pPr>
            <a:r>
              <a:rPr lang="en-US" dirty="0">
                <a:cs typeface="Calibri" panose="020F0502020204030204"/>
              </a:rPr>
              <a:t>Install Anaconda and use </a:t>
            </a:r>
            <a:r>
              <a:rPr lang="en-US" dirty="0" err="1">
                <a:cs typeface="Calibri" panose="020F0502020204030204"/>
              </a:rPr>
              <a:t>jupyter</a:t>
            </a:r>
            <a:r>
              <a:rPr lang="en-US" dirty="0">
                <a:cs typeface="Calibri" panose="020F0502020204030204"/>
              </a:rPr>
              <a:t>-lab or </a:t>
            </a:r>
            <a:r>
              <a:rPr lang="en-US" dirty="0" err="1">
                <a:cs typeface="Calibri" panose="020F0502020204030204"/>
              </a:rPr>
              <a:t>jupyter</a:t>
            </a:r>
            <a:r>
              <a:rPr lang="en-US" dirty="0">
                <a:cs typeface="Calibri" panose="020F0502020204030204"/>
              </a:rPr>
              <a:t> notebook</a:t>
            </a:r>
          </a:p>
          <a:p>
            <a:pPr marL="514350" indent="-514350">
              <a:buAutoNum type="arabicPeriod"/>
            </a:pPr>
            <a:endParaRPr lang="en-US" dirty="0">
              <a:cs typeface="Calibri" panose="020F0502020204030204"/>
            </a:endParaRPr>
          </a:p>
          <a:p>
            <a:pPr marL="514350" indent="-514350">
              <a:buAutoNum type="arabicPeriod"/>
            </a:pPr>
            <a:r>
              <a:rPr lang="en-US" dirty="0">
                <a:cs typeface="Calibri" panose="020F0502020204030204"/>
              </a:rPr>
              <a:t>Google Collab (no installation is required)</a:t>
            </a:r>
          </a:p>
          <a:p>
            <a:pPr marL="514350" indent="-514350">
              <a:buAutoNum type="arabicPeriod"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cs typeface="Calibri" panose="020F0502020204030204"/>
              </a:rPr>
              <a:t>Please do it  before the next class!</a:t>
            </a:r>
          </a:p>
        </p:txBody>
      </p:sp>
    </p:spTree>
    <p:extLst>
      <p:ext uri="{BB962C8B-B14F-4D97-AF65-F5344CB8AC3E}">
        <p14:creationId xmlns:p14="http://schemas.microsoft.com/office/powerpoint/2010/main" val="3766221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217</Words>
  <Application>Microsoft Macintosh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Computational Economics</vt:lpstr>
      <vt:lpstr>Computational Economics</vt:lpstr>
      <vt:lpstr>Computation is not the same as Computer!</vt:lpstr>
      <vt:lpstr>ECON 611, what is it about?</vt:lpstr>
      <vt:lpstr>How to use Python?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Robizon Khubulashvili</dc:creator>
  <cp:lastModifiedBy>Robizon Khubulashvili</cp:lastModifiedBy>
  <cp:revision>185</cp:revision>
  <dcterms:created xsi:type="dcterms:W3CDTF">2023-08-16T19:13:46Z</dcterms:created>
  <dcterms:modified xsi:type="dcterms:W3CDTF">2023-08-23T17:23:23Z</dcterms:modified>
</cp:coreProperties>
</file>